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20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6"/>
  </p:normalViewPr>
  <p:slideViewPr>
    <p:cSldViewPr snapToGrid="0">
      <p:cViewPr>
        <p:scale>
          <a:sx n="115" d="100"/>
          <a:sy n="115" d="100"/>
        </p:scale>
        <p:origin x="442" y="-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ccuKnox Intro Title">
    <p:bg>
      <p:bgPr>
        <a:solidFill>
          <a:srgbClr val="1120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2">
            <a:extLst>
              <a:ext uri="{FF2B5EF4-FFF2-40B4-BE49-F238E27FC236}">
                <a16:creationId xmlns:a16="http://schemas.microsoft.com/office/drawing/2014/main" id="{4398037B-D71E-CAF5-0489-CDAC4219BD3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5346618" y="2321312"/>
            <a:ext cx="3797381" cy="2435571"/>
          </a:xfrm>
          <a:prstGeom prst="rect">
            <a:avLst/>
          </a:prstGeom>
          <a:noFill/>
          <a:ln>
            <a:noFill/>
          </a:ln>
          <a:effectLst>
            <a:outerShdw blurRad="714375" dist="152400" dir="5400000" algn="bl" rotWithShape="0">
              <a:srgbClr val="000000">
                <a:alpha val="49800"/>
              </a:srgbClr>
            </a:outerShdw>
          </a:effectLst>
        </p:spPr>
      </p:pic>
      <p:pic>
        <p:nvPicPr>
          <p:cNvPr id="9" name="Google Shape;9;p2">
            <a:extLst>
              <a:ext uri="{FF2B5EF4-FFF2-40B4-BE49-F238E27FC236}">
                <a16:creationId xmlns:a16="http://schemas.microsoft.com/office/drawing/2014/main" id="{3E509152-B28A-6C2F-F8EA-EDD4AB55F74B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5271975" y="1221088"/>
            <a:ext cx="3872020" cy="2435572"/>
          </a:xfrm>
          <a:prstGeom prst="rect">
            <a:avLst/>
          </a:prstGeom>
          <a:noFill/>
          <a:ln>
            <a:noFill/>
          </a:ln>
          <a:effectLst>
            <a:outerShdw blurRad="714375" dist="152400" dir="5400000" algn="bl" rotWithShape="0">
              <a:srgbClr val="000000">
                <a:alpha val="49800"/>
              </a:srgbClr>
            </a:outerShdw>
          </a:effectLst>
        </p:spPr>
      </p:pic>
      <p:pic>
        <p:nvPicPr>
          <p:cNvPr id="10" name="Google Shape;10;p2">
            <a:extLst>
              <a:ext uri="{FF2B5EF4-FFF2-40B4-BE49-F238E27FC236}">
                <a16:creationId xmlns:a16="http://schemas.microsoft.com/office/drawing/2014/main" id="{70A51A38-6217-3761-CE03-1FFFEB5F1490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5346617" y="365100"/>
            <a:ext cx="3797381" cy="2138819"/>
          </a:xfrm>
          <a:prstGeom prst="rect">
            <a:avLst/>
          </a:prstGeom>
          <a:noFill/>
          <a:ln>
            <a:noFill/>
          </a:ln>
          <a:effectLst>
            <a:outerShdw blurRad="714375" dist="152400" dir="5400000" algn="bl" rotWithShape="0">
              <a:srgbClr val="000000">
                <a:alpha val="49800"/>
              </a:srgbClr>
            </a:outerShdw>
          </a:effec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887994"/>
            <a:ext cx="4128971" cy="921347"/>
          </a:xfrm>
        </p:spPr>
        <p:txBody>
          <a:bodyPr anchor="t">
            <a:norm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912882"/>
            <a:ext cx="4128971" cy="575577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D3B0B3-6AD8-BD44-BC65-8A60DE035F19}" type="datetimeFigureOut">
              <a:rPr lang="en-US" smtClean="0"/>
              <a:pPr/>
              <a:t>16-Jun-26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0F7C73-5609-EA4D-9F52-402B1B4B35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Google Shape;12;p2" title="logo-dark-back.png">
            <a:extLst>
              <a:ext uri="{FF2B5EF4-FFF2-40B4-BE49-F238E27FC236}">
                <a16:creationId xmlns:a16="http://schemas.microsoft.com/office/drawing/2014/main" id="{B74D860E-318D-5E70-8FA5-BD26105F5F24}"/>
              </a:ext>
            </a:extLst>
          </p:cNvPr>
          <p:cNvPicPr preferRelativeResize="0"/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64013" y="730425"/>
            <a:ext cx="2756148" cy="6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1;p2" title="footer.png">
            <a:extLst>
              <a:ext uri="{FF2B5EF4-FFF2-40B4-BE49-F238E27FC236}">
                <a16:creationId xmlns:a16="http://schemas.microsoft.com/office/drawing/2014/main" id="{6CBF4A15-25CC-E045-8BAC-0228CD790580}"/>
              </a:ext>
            </a:extLst>
          </p:cNvPr>
          <p:cNvPicPr preferRelativeResize="0"/>
          <p:nvPr userDrawn="1"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1750" y="3592000"/>
            <a:ext cx="5216674" cy="12256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82532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ccuKnox Section Title">
    <p:bg>
      <p:bgPr>
        <a:solidFill>
          <a:srgbClr val="1120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787" y="1723694"/>
            <a:ext cx="5420427" cy="921347"/>
          </a:xfrm>
        </p:spPr>
        <p:txBody>
          <a:bodyPr anchor="t">
            <a:norm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01475" y="2698726"/>
            <a:ext cx="4341050" cy="575577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2D3B0B3-6AD8-BD44-BC65-8A60DE035F19}" type="datetimeFigureOut">
              <a:rPr lang="en-US" smtClean="0"/>
              <a:pPr/>
              <a:t>16-Jun-26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0F7C73-5609-EA4D-9F52-402B1B4B35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Google Shape;20;p3">
            <a:extLst>
              <a:ext uri="{FF2B5EF4-FFF2-40B4-BE49-F238E27FC236}">
                <a16:creationId xmlns:a16="http://schemas.microsoft.com/office/drawing/2014/main" id="{8090E103-7453-704D-AF6E-75DBE4327EA4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52674" y="3814849"/>
            <a:ext cx="4238602" cy="666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21;p3">
            <a:extLst>
              <a:ext uri="{FF2B5EF4-FFF2-40B4-BE49-F238E27FC236}">
                <a16:creationId xmlns:a16="http://schemas.microsoft.com/office/drawing/2014/main" id="{BAFC84CA-3030-14CA-1515-9A822566C17D}"/>
              </a:ext>
            </a:extLst>
          </p:cNvPr>
          <p:cNvGrpSpPr/>
          <p:nvPr userDrawn="1"/>
        </p:nvGrpSpPr>
        <p:grpSpPr>
          <a:xfrm>
            <a:off x="2534075" y="3461715"/>
            <a:ext cx="4075800" cy="369300"/>
            <a:chOff x="2534150" y="3276900"/>
            <a:chExt cx="4075800" cy="369300"/>
          </a:xfrm>
        </p:grpSpPr>
        <p:sp>
          <p:nvSpPr>
            <p:cNvPr id="14" name="Google Shape;22;p3">
              <a:extLst>
                <a:ext uri="{FF2B5EF4-FFF2-40B4-BE49-F238E27FC236}">
                  <a16:creationId xmlns:a16="http://schemas.microsoft.com/office/drawing/2014/main" id="{F32E0AE0-11BC-51CA-09AD-DBF4BA15414C}"/>
                </a:ext>
              </a:extLst>
            </p:cNvPr>
            <p:cNvSpPr txBox="1"/>
            <p:nvPr/>
          </p:nvSpPr>
          <p:spPr>
            <a:xfrm>
              <a:off x="4004450" y="3276900"/>
              <a:ext cx="1135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FFFFFF"/>
                  </a:solidFill>
                  <a:latin typeface="Space Grotesk Medium"/>
                  <a:ea typeface="Space Grotesk Medium"/>
                  <a:cs typeface="Space Grotesk Medium"/>
                  <a:sym typeface="Space Grotesk Medium"/>
                </a:rPr>
                <a:t>Certified by</a:t>
              </a:r>
              <a:endParaRPr sz="1200" dirty="0">
                <a:solidFill>
                  <a:srgbClr val="FFFFFF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endParaRPr>
            </a:p>
          </p:txBody>
        </p:sp>
        <p:cxnSp>
          <p:nvCxnSpPr>
            <p:cNvPr id="15" name="Google Shape;23;p3">
              <a:extLst>
                <a:ext uri="{FF2B5EF4-FFF2-40B4-BE49-F238E27FC236}">
                  <a16:creationId xmlns:a16="http://schemas.microsoft.com/office/drawing/2014/main" id="{E935CE84-47CE-ACB7-797B-86026FF5A3E0}"/>
                </a:ext>
              </a:extLst>
            </p:cNvPr>
            <p:cNvCxnSpPr>
              <a:stCxn id="14" idx="1"/>
            </p:cNvCxnSpPr>
            <p:nvPr/>
          </p:nvCxnSpPr>
          <p:spPr>
            <a:xfrm rot="10800000">
              <a:off x="2534150" y="3461550"/>
              <a:ext cx="1470300" cy="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24;p3">
              <a:extLst>
                <a:ext uri="{FF2B5EF4-FFF2-40B4-BE49-F238E27FC236}">
                  <a16:creationId xmlns:a16="http://schemas.microsoft.com/office/drawing/2014/main" id="{DF30155D-E9DF-A2C6-B438-BB57A2DA6258}"/>
                </a:ext>
              </a:extLst>
            </p:cNvPr>
            <p:cNvCxnSpPr>
              <a:endCxn id="14" idx="3"/>
            </p:cNvCxnSpPr>
            <p:nvPr/>
          </p:nvCxnSpPr>
          <p:spPr>
            <a:xfrm rot="10800000">
              <a:off x="5139650" y="3461550"/>
              <a:ext cx="1470300" cy="0"/>
            </a:xfrm>
            <a:prstGeom prst="straightConnector1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7" name="Google Shape;17;p3" title="logo-dark-back.png">
            <a:extLst>
              <a:ext uri="{FF2B5EF4-FFF2-40B4-BE49-F238E27FC236}">
                <a16:creationId xmlns:a16="http://schemas.microsoft.com/office/drawing/2014/main" id="{0A7FA739-0EEC-3493-4A6C-E7E506715C7F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1551" y="653075"/>
            <a:ext cx="3380849" cy="83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25;p3">
            <a:extLst>
              <a:ext uri="{FF2B5EF4-FFF2-40B4-BE49-F238E27FC236}">
                <a16:creationId xmlns:a16="http://schemas.microsoft.com/office/drawing/2014/main" id="{28B7ABB3-86DC-A12D-7ED0-E23CCB58494A}"/>
              </a:ext>
            </a:extLst>
          </p:cNvPr>
          <p:cNvSpPr txBox="1"/>
          <p:nvPr userDrawn="1"/>
        </p:nvSpPr>
        <p:spPr>
          <a:xfrm>
            <a:off x="2370900" y="4459463"/>
            <a:ext cx="4402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 err="1">
                <a:solidFill>
                  <a:schemeClr val="lt1"/>
                </a:solidFill>
                <a:latin typeface="Space Grotesk"/>
                <a:ea typeface="Space Grotesk"/>
                <a:cs typeface="Space Grotesk"/>
                <a:sym typeface="Space Grotesk"/>
              </a:rPr>
              <a:t>www.AccuKnox.com</a:t>
            </a:r>
            <a:endParaRPr sz="800" dirty="0">
              <a:solidFill>
                <a:schemeClr val="l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</p:spTree>
    <p:extLst>
      <p:ext uri="{BB962C8B-B14F-4D97-AF65-F5344CB8AC3E}">
        <p14:creationId xmlns:p14="http://schemas.microsoft.com/office/powerpoint/2010/main" val="1014743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cuKnox Section Title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43;p7" descr="abstract background">
            <a:extLst>
              <a:ext uri="{FF2B5EF4-FFF2-40B4-BE49-F238E27FC236}">
                <a16:creationId xmlns:a16="http://schemas.microsoft.com/office/drawing/2014/main" id="{2AADD8E2-6C61-101F-9B48-90B37A6102C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02" y="-1"/>
            <a:ext cx="914359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B0B3-6AD8-BD44-BC65-8A60DE035F19}" type="datetimeFigureOut">
              <a:rPr lang="en-US" smtClean="0"/>
              <a:t>16-Jun-26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7C73-5609-EA4D-9F52-402B1B4B35C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DD19C76-2D1C-1021-C708-BC0454B4AE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1787" y="1723694"/>
            <a:ext cx="5420427" cy="921347"/>
          </a:xfrm>
        </p:spPr>
        <p:txBody>
          <a:bodyPr anchor="t">
            <a:norm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0" name="Google Shape;45;p7" title="logo-dark-back.png">
            <a:extLst>
              <a:ext uri="{FF2B5EF4-FFF2-40B4-BE49-F238E27FC236}">
                <a16:creationId xmlns:a16="http://schemas.microsoft.com/office/drawing/2014/main" id="{3939948B-EE13-54DD-33C7-59C281F40199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4102" y="173626"/>
            <a:ext cx="1444050" cy="341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2632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7;p4">
            <a:extLst>
              <a:ext uri="{FF2B5EF4-FFF2-40B4-BE49-F238E27FC236}">
                <a16:creationId xmlns:a16="http://schemas.microsoft.com/office/drawing/2014/main" id="{BA87E3D8-1677-6F73-A72C-D7877EE7B068}"/>
              </a:ext>
            </a:extLst>
          </p:cNvPr>
          <p:cNvSpPr/>
          <p:nvPr userDrawn="1"/>
        </p:nvSpPr>
        <p:spPr>
          <a:xfrm>
            <a:off x="-24300" y="-9750"/>
            <a:ext cx="9168300" cy="708000"/>
          </a:xfrm>
          <a:prstGeom prst="rect">
            <a:avLst/>
          </a:prstGeom>
          <a:solidFill>
            <a:srgbClr val="11206D"/>
          </a:solidFill>
          <a:ln>
            <a:noFill/>
          </a:ln>
        </p:spPr>
        <p:txBody>
          <a:bodyPr spcFirstLastPara="1" wrap="square" lIns="4572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750"/>
            <a:ext cx="7504102" cy="708000"/>
          </a:xfrm>
        </p:spPr>
        <p:txBody>
          <a:bodyPr>
            <a:normAutofit/>
          </a:bodyPr>
          <a:lstStyle>
            <a:lvl1pPr marL="228600" indent="0">
              <a:tabLst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5044" y="881626"/>
            <a:ext cx="8229600" cy="3840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B0B3-6AD8-BD44-BC65-8A60DE035F19}" type="datetimeFigureOut">
              <a:rPr lang="en-US" smtClean="0"/>
              <a:t>16-Jun-26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7C73-5609-EA4D-9F52-402B1B4B35C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29;p4" title="logo-dark-back.png">
            <a:extLst>
              <a:ext uri="{FF2B5EF4-FFF2-40B4-BE49-F238E27FC236}">
                <a16:creationId xmlns:a16="http://schemas.microsoft.com/office/drawing/2014/main" id="{DE2BAC85-768A-A1D9-C730-519B12E75BD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04102" y="173626"/>
            <a:ext cx="1444050" cy="341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1636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7;p4">
            <a:extLst>
              <a:ext uri="{FF2B5EF4-FFF2-40B4-BE49-F238E27FC236}">
                <a16:creationId xmlns:a16="http://schemas.microsoft.com/office/drawing/2014/main" id="{BA87E3D8-1677-6F73-A72C-D7877EE7B068}"/>
              </a:ext>
            </a:extLst>
          </p:cNvPr>
          <p:cNvSpPr/>
          <p:nvPr userDrawn="1"/>
        </p:nvSpPr>
        <p:spPr>
          <a:xfrm>
            <a:off x="-24300" y="-9750"/>
            <a:ext cx="9168300" cy="708000"/>
          </a:xfrm>
          <a:prstGeom prst="rect">
            <a:avLst/>
          </a:prstGeom>
          <a:solidFill>
            <a:srgbClr val="11206D"/>
          </a:solidFill>
          <a:ln>
            <a:noFill/>
          </a:ln>
        </p:spPr>
        <p:txBody>
          <a:bodyPr spcFirstLastPara="1" wrap="square" lIns="4572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750"/>
            <a:ext cx="7504102" cy="708000"/>
          </a:xfrm>
        </p:spPr>
        <p:txBody>
          <a:bodyPr>
            <a:normAutofit/>
          </a:bodyPr>
          <a:lstStyle>
            <a:lvl1pPr marL="228600" indent="0">
              <a:tabLst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B0B3-6AD8-BD44-BC65-8A60DE035F19}" type="datetimeFigureOut">
              <a:rPr lang="en-US" smtClean="0"/>
              <a:t>16-Jun-26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7C73-5609-EA4D-9F52-402B1B4B35C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29;p4" title="logo-dark-back.png">
            <a:extLst>
              <a:ext uri="{FF2B5EF4-FFF2-40B4-BE49-F238E27FC236}">
                <a16:creationId xmlns:a16="http://schemas.microsoft.com/office/drawing/2014/main" id="{DE2BAC85-768A-A1D9-C730-519B12E75BDB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04102" y="173626"/>
            <a:ext cx="1444050" cy="341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5031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sic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750"/>
            <a:ext cx="7504102" cy="708000"/>
          </a:xfrm>
        </p:spPr>
        <p:txBody>
          <a:bodyPr>
            <a:normAutofit/>
          </a:bodyPr>
          <a:lstStyle>
            <a:lvl1pPr marL="228600" indent="0">
              <a:tabLst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5044" y="881626"/>
            <a:ext cx="8229600" cy="3840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B0B3-6AD8-BD44-BC65-8A60DE035F19}" type="datetimeFigureOut">
              <a:rPr lang="en-US" smtClean="0"/>
              <a:t>16-Jun-26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7C73-5609-EA4D-9F52-402B1B4B35C3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49;p8" title="logo-light-back.png">
            <a:extLst>
              <a:ext uri="{FF2B5EF4-FFF2-40B4-BE49-F238E27FC236}">
                <a16:creationId xmlns:a16="http://schemas.microsoft.com/office/drawing/2014/main" id="{8B9CA892-121B-528B-60B7-2C268A1CFF46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04148" y="173626"/>
            <a:ext cx="1443968" cy="341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8563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750"/>
            <a:ext cx="7504102" cy="708000"/>
          </a:xfrm>
        </p:spPr>
        <p:txBody>
          <a:bodyPr>
            <a:normAutofit/>
          </a:bodyPr>
          <a:lstStyle>
            <a:lvl1pPr marL="228600" indent="0">
              <a:tabLst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B0B3-6AD8-BD44-BC65-8A60DE035F19}" type="datetimeFigureOut">
              <a:rPr lang="en-US" smtClean="0"/>
              <a:t>16-Jun-26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7C73-5609-EA4D-9F52-402B1B4B35C3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49;p8" title="logo-light-back.png">
            <a:extLst>
              <a:ext uri="{FF2B5EF4-FFF2-40B4-BE49-F238E27FC236}">
                <a16:creationId xmlns:a16="http://schemas.microsoft.com/office/drawing/2014/main" id="{8B9CA892-121B-528B-60B7-2C268A1CFF46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04148" y="173626"/>
            <a:ext cx="1443968" cy="341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27974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B0B3-6AD8-BD44-BC65-8A60DE035F19}" type="datetimeFigureOut">
              <a:rPr lang="en-US" smtClean="0"/>
              <a:t>16-Jun-26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7C73-5609-EA4D-9F52-402B1B4B3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064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43;p7" descr="abstract background">
            <a:extLst>
              <a:ext uri="{FF2B5EF4-FFF2-40B4-BE49-F238E27FC236}">
                <a16:creationId xmlns:a16="http://schemas.microsoft.com/office/drawing/2014/main" id="{B5B84815-EFC7-0BCA-F0EC-1BAB8357925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202" y="-1"/>
            <a:ext cx="9143597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750"/>
            <a:ext cx="7504102" cy="708000"/>
          </a:xfrm>
        </p:spPr>
        <p:txBody>
          <a:bodyPr>
            <a:normAutofit/>
          </a:bodyPr>
          <a:lstStyle>
            <a:lvl1pPr marL="228600" indent="0">
              <a:tabLst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B0B3-6AD8-BD44-BC65-8A60DE035F19}" type="datetimeFigureOut">
              <a:rPr lang="en-US" smtClean="0"/>
              <a:t>16-Jun-26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7C73-5609-EA4D-9F52-402B1B4B35C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29;p4" title="logo-dark-back.png">
            <a:extLst>
              <a:ext uri="{FF2B5EF4-FFF2-40B4-BE49-F238E27FC236}">
                <a16:creationId xmlns:a16="http://schemas.microsoft.com/office/drawing/2014/main" id="{DE2BAC85-768A-A1D9-C730-519B12E75BDB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4102" y="173626"/>
            <a:ext cx="1444050" cy="341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2353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tandar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7;p4">
            <a:extLst>
              <a:ext uri="{FF2B5EF4-FFF2-40B4-BE49-F238E27FC236}">
                <a16:creationId xmlns:a16="http://schemas.microsoft.com/office/drawing/2014/main" id="{7E9DF800-3DB7-4E72-6577-C0466FFAC413}"/>
              </a:ext>
            </a:extLst>
          </p:cNvPr>
          <p:cNvSpPr/>
          <p:nvPr userDrawn="1"/>
        </p:nvSpPr>
        <p:spPr>
          <a:xfrm>
            <a:off x="-24300" y="-9750"/>
            <a:ext cx="9168300" cy="708000"/>
          </a:xfrm>
          <a:prstGeom prst="rect">
            <a:avLst/>
          </a:prstGeom>
          <a:solidFill>
            <a:srgbClr val="11206D"/>
          </a:solidFill>
          <a:ln>
            <a:noFill/>
          </a:ln>
        </p:spPr>
        <p:txBody>
          <a:bodyPr spcFirstLastPara="1" wrap="square" lIns="4572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" name="Google Shape;29;p4" title="logo-dark-back.png">
            <a:extLst>
              <a:ext uri="{FF2B5EF4-FFF2-40B4-BE49-F238E27FC236}">
                <a16:creationId xmlns:a16="http://schemas.microsoft.com/office/drawing/2014/main" id="{B85B39A0-E7A3-CA0C-F47D-34305B74FB53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04102" y="173626"/>
            <a:ext cx="1444050" cy="34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251"/>
            <a:ext cx="7504102" cy="683999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881626"/>
            <a:ext cx="3886200" cy="37510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881626"/>
            <a:ext cx="3886200" cy="37510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B0B3-6AD8-BD44-BC65-8A60DE035F19}" type="datetimeFigureOut">
              <a:rPr lang="en-US" smtClean="0"/>
              <a:t>16-Jun-26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7C73-5609-EA4D-9F52-402B1B4B3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858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wo Content with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7;p4">
            <a:extLst>
              <a:ext uri="{FF2B5EF4-FFF2-40B4-BE49-F238E27FC236}">
                <a16:creationId xmlns:a16="http://schemas.microsoft.com/office/drawing/2014/main" id="{7E9DF800-3DB7-4E72-6577-C0466FFAC413}"/>
              </a:ext>
            </a:extLst>
          </p:cNvPr>
          <p:cNvSpPr/>
          <p:nvPr userDrawn="1"/>
        </p:nvSpPr>
        <p:spPr>
          <a:xfrm>
            <a:off x="-24300" y="-9750"/>
            <a:ext cx="9168300" cy="708000"/>
          </a:xfrm>
          <a:prstGeom prst="rect">
            <a:avLst/>
          </a:prstGeom>
          <a:solidFill>
            <a:srgbClr val="11206D"/>
          </a:solidFill>
          <a:ln>
            <a:noFill/>
          </a:ln>
        </p:spPr>
        <p:txBody>
          <a:bodyPr spcFirstLastPara="1" wrap="square" lIns="45720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" name="Google Shape;29;p4" title="logo-dark-back.png">
            <a:extLst>
              <a:ext uri="{FF2B5EF4-FFF2-40B4-BE49-F238E27FC236}">
                <a16:creationId xmlns:a16="http://schemas.microsoft.com/office/drawing/2014/main" id="{B85B39A0-E7A3-CA0C-F47D-34305B74FB53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04102" y="173626"/>
            <a:ext cx="1444050" cy="34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251"/>
            <a:ext cx="7504102" cy="683999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45346"/>
            <a:ext cx="3886200" cy="31873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45346"/>
            <a:ext cx="3886200" cy="31873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B0B3-6AD8-BD44-BC65-8A60DE035F19}" type="datetimeFigureOut">
              <a:rPr lang="en-US" smtClean="0"/>
              <a:t>16-Jun-26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F7C73-5609-EA4D-9F52-402B1B4B35C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E19B647-0E40-14AC-8DC5-24E3BF5BBBA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29842" y="827411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FF067CB4-D22C-1917-A4C0-5CC06AAB8B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827411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2863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i="0">
                <a:solidFill>
                  <a:schemeClr val="tx1">
                    <a:tint val="82000"/>
                  </a:schemeClr>
                </a:solidFill>
                <a:latin typeface="Space Grotesk Light" pitchFamily="2" charset="77"/>
                <a:cs typeface="Space Grotesk Light" pitchFamily="2" charset="77"/>
              </a:defRPr>
            </a:lvl1pPr>
          </a:lstStyle>
          <a:p>
            <a:fld id="{32D3B0B3-6AD8-BD44-BC65-8A60DE035F19}" type="datetimeFigureOut">
              <a:rPr lang="en-US" smtClean="0"/>
              <a:pPr/>
              <a:t>16-Jun-26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i="0">
                <a:solidFill>
                  <a:schemeClr val="tx1">
                    <a:tint val="82000"/>
                  </a:schemeClr>
                </a:solidFill>
                <a:latin typeface="Space Grotesk Light" pitchFamily="2" charset="77"/>
                <a:cs typeface="Space Grotesk Light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0" i="0">
                <a:solidFill>
                  <a:schemeClr val="tx1">
                    <a:tint val="82000"/>
                  </a:schemeClr>
                </a:solidFill>
                <a:latin typeface="Space Grotesk Light" pitchFamily="2" charset="77"/>
                <a:cs typeface="Space Grotesk Light" pitchFamily="2" charset="77"/>
              </a:defRPr>
            </a:lvl1pPr>
          </a:lstStyle>
          <a:p>
            <a:fld id="{C90F7C73-5609-EA4D-9F52-402B1B4B35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939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3" r:id="rId2"/>
    <p:sldLayoutId id="2147483675" r:id="rId3"/>
    <p:sldLayoutId id="2147483662" r:id="rId4"/>
    <p:sldLayoutId id="2147483674" r:id="rId5"/>
    <p:sldLayoutId id="2147483677" r:id="rId6"/>
    <p:sldLayoutId id="2147483678" r:id="rId7"/>
    <p:sldLayoutId id="2147483667" r:id="rId8"/>
    <p:sldLayoutId id="2147483676" r:id="rId9"/>
    <p:sldLayoutId id="2147483664" r:id="rId10"/>
    <p:sldLayoutId id="214748367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chemeClr val="tx1"/>
          </a:solidFill>
          <a:latin typeface="Space Grotesk Medium" pitchFamily="2" charset="77"/>
          <a:ea typeface="+mj-ea"/>
          <a:cs typeface="Space Grotesk Medium" pitchFamily="2" charset="77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Font typeface="Arial" panose="020B0604020202020204" pitchFamily="34" charset="0"/>
        <a:buChar char="•"/>
        <a:defRPr sz="2100" b="0" i="0" kern="1200">
          <a:solidFill>
            <a:schemeClr val="tx1"/>
          </a:solidFill>
          <a:latin typeface="Space Grotesk Light" pitchFamily="2" charset="77"/>
          <a:ea typeface="+mn-ea"/>
          <a:cs typeface="Space Grotesk Light" pitchFamily="2" charset="77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Space Grotesk Light" pitchFamily="2" charset="77"/>
          <a:ea typeface="+mn-ea"/>
          <a:cs typeface="Space Grotesk Light" pitchFamily="2" charset="77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Space Grotesk Light" pitchFamily="2" charset="77"/>
          <a:ea typeface="+mn-ea"/>
          <a:cs typeface="Space Grotesk Light" pitchFamily="2" charset="77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Space Grotesk Light" pitchFamily="2" charset="77"/>
          <a:ea typeface="+mn-ea"/>
          <a:cs typeface="Space Grotesk Light" pitchFamily="2" charset="77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3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Space Grotesk Light" pitchFamily="2" charset="77"/>
          <a:ea typeface="+mn-ea"/>
          <a:cs typeface="Space Grotesk Light" pitchFamily="2" charset="77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D6E53-0E94-85FE-28F3-0560728FE4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3B079-9AE9-A8C4-2558-618C020B71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427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3CCC-627E-F49C-D82C-838A85A8AD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5562D7-6DCD-7EBC-69F6-3E260E6D80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43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3C12D-F7FE-AA89-844F-4A502E0191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860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A759C-5725-3CFF-EBFA-921C729B3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AEA58-CF41-20FA-AC77-E3091BDDA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913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12379-3B5F-0501-2890-A7DEE1530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842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56EB7-F2B1-BA39-9790-50C35A114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55675-1934-5686-3B2C-C0900023F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331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BE9D5-5CDA-2D63-D430-5256185C4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324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5542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2B942-BB4C-50A8-C0CA-FBCAC0027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392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216C2-91BC-9D47-FEA0-D0913CF7E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1B054-6029-9412-3544-558C54BA2DF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C30731-4EFB-1BF9-F51A-FA57DBF12A5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556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C1353-2227-5751-33ED-698823F88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5ACEC-5CFC-9949-57AC-B4791DB7EB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4D6167-4D63-A112-EFF9-EDEB9FC3C04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DE3BBD-88A0-7C54-B318-53AA7E5C4892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CDBBE90-E8A4-10D2-646E-68C9455A80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977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ccuknox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6A4BB64D-DAE4-264F-B2D5-8DEDA9C9E689}" vid="{18F53E15-B4E7-4449-8FB3-3413CAC7056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BWL Accuknox</Template>
  <TotalTime>0</TotalTime>
  <Words>0</Words>
  <Application>Microsoft Office PowerPoint</Application>
  <PresentationFormat>On-screen Show (16:9)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Montserrat</vt:lpstr>
      <vt:lpstr>Space Grotesk</vt:lpstr>
      <vt:lpstr>Space Grotesk Light</vt:lpstr>
      <vt:lpstr>Space Grotesk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ATHARVA SHAH  (Student)</dc:creator>
  <cp:lastModifiedBy>ATHARVA SHAH  (Student)</cp:lastModifiedBy>
  <cp:revision>1</cp:revision>
  <dcterms:created xsi:type="dcterms:W3CDTF">2026-06-16T04:18:22Z</dcterms:created>
  <dcterms:modified xsi:type="dcterms:W3CDTF">2026-06-16T04:19:20Z</dcterms:modified>
</cp:coreProperties>
</file>